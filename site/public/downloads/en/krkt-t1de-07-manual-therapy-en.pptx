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the reassurance: most people with type 1 can book a massage like anyone else. This deck is about the handful of things that are different &amp;mdash; mainly insulin, sensors and feet &amp;mdash; not a list of reasons to stay away.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Qu&amp;eacute;bec a kin&amp;eacute;sith&amp;eacute;rapeute is an unregulated movement therapist, not the regulated French masseur-kin&amp;eacute;sith&amp;eacute;rapeute. People who have lived in France mix these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common, under-recognised and treatable; many people assume a stiff shoulder is just age. Intensive versus conventional treatment in the original trial: 64% versus 68%, not a significant difference. This is not a scorecard.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exists because the claims circulating online &amp;mdash; lowers cortisol, improves circulation, helps manage glucose &amp;mdash; are stronger than the research. Say it plainly: go because it feels good and helps you move, not to treat diabetes.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FIT Canada: massaging the injection site immediately before or after an injection is not recommended, because it makes insulin action unpredictable. How long to keep clear depends on the insulin; your team can tell you how long yours stays active.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one word matters. Many people with type 1 won&amp;rsquo;t interrupt a session they are paying for. Give them permission in advance.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&amp;ldquo;Compression low&amp;rdquo; is the community name; the literature calls it pressure-induced sensor attenuation. Every manual says to check with a meter whenever the reading doesn&amp;rsquo;t match how you feel.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draft advice circulating online calls for a doctor&amp;rsquo;s clearance before every booking. The FQM asks for one only when in doubt. Don&amp;rsquo;t medicalise a massage.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Tell the therapist where the numbness starts and stops. A map is more useful than the word &amp;ldquo;neuropathy&amp;rdquo;.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Orthotherapists often see these first, because people book for &amp;ldquo;a stiff shoulder&amp;rdquo;. The most useful thing a therapist can say is &amp;ldquo;have you mentioned this to your diabetes team?&amp;rdquo;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Lipohypertrophy is a genuinely useful thing for a therapist to spot, and it is a site-rotation issue, not a personal failing.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Practise saying this once at home. People skip it at the clinic because it feels like a lot to explain to a stranger. The card does the explaining.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sensor alarm during a session is not an interruption to apologise for. Give the client a moment to read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don&amp;rsquo;t recommend specific clinics or associations. The point is that, in Qu&amp;eacute;bec, the patient does the checking that an order would do elsewhere.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permission. The aim of this deck is that someone with type 1 books the appointment, not that they are scared out of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e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e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e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e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e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e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e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e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e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e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jpe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jpe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jpe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jpe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FOR PATIENTS, FAMILIES AND THE THERAPISTS WHO TREAT THEM Massage, orthotherapy and type 1 diabetes What hands-on therapy can and can t do for someone with type 1, the few things that change on the table, and what to tell the therapist before the first session. Education, not medical advice. Insulin timing and site decisions belong with your diabetes team.">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Who does what in Qu bec Four titles you ll see on clinic doors. Only one of them belongs to a professional order today. Massage therapist Therapeutic massage. Not regulated in Qu bec: no professional order, and the title isn t protected. Standards come from the association the therapist belongs to. Orthotherapist Massage plus movement therapy for muscle pain and joint stiffness a specialisation after massage training, roughly 1,000 to 1,300 hours in all depending on the school. Also not regulated. Kinesiologist Exercise as treatment. Represented by a federation (FKQ). Qu bec announced in June 2026 that kinesiology will join an order; that isn t in force yet. Physiotherapist Regulated by the OPPQ, with a public directory. The first call for an injury, a frozen shoulder, or anything that needs a diagnosis. Sources: OQLF Grand dictionnaire terminologique Mon R seau Plus RITMA Gouvernement du Qu bec, 16 June 2026 OPPQ. Ontario and BC regulate massage therapists; Qu bec does not.">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Why people with type 1 end up on the table 66% of 1,217 adults in the DCCT/EDIC study on average 31 years with type 1 had at least one hand or shoulder condition. These people were diagnosed decades ago; how common this is with today s care isn t known yet. Frozen shoulder 31% A painful shoulder that slowly stiffens. About five times more likely with diabetes than without. Carpal tunnel 30% Numb, tingling fingers, often at night. Trigger finger 28% A finger that catches or locks when it bends. Stiff hands 22% Can t press the palms flat together (the prayer sign ). Dupuytren s contracture: 9%. Sources: Larkin et al., Diabetes Care 2014 (DCCT/EDIC) Zreik et al. 2016. Leading explanation: glucose slowly stiffening collagen (glycation) years of exposure, not a verdict on effort.">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What massage can honestly claim Reasonably supported Feeling calmer. A meta-analysis of 37 trials found single sessions lowered anxiety, blood pressure and heart rate. For frozen shoulder in diabetes, joint mobilisation plus exercise had the largest effect across 8 trials though the evidence is low quality. Disputed Lowers stress hormones. One review reported cortisol falling by about a third; a stricter meta-analysis found the effect indistinguishable from zero. And stress itself moves blood sugar differently in different people up, down, or not at all. Not shown Treating diabetes. Small studies saw glucose fall after sessions, most likely because massage speeds insulin absorption a reason to check, not a therapy. Preventing complications by improving circulation . No good evidence, and no guideline lists it. Sources: Moyer 2004 and 2011 Field 2005 Alsubheen 2019 Ezzo 2001 Sajedi 2011 Wiesli 2005. Evidence for every glucose claim is low: small, short, mostly uncontrolled studies.">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Insulin moves faster under a working hand Rubbing, heating or working the muscle under a recent injection gets insulin into the blood faster. This has been measured since the late 1970s. ~6 faster insulin absorption when an injection site was massaged for 30 minutes and blood sugar fell faster too. 9 volunteers, older human insulin (Linde 1986). Heat does it too Two sauna sessions raised absorption by 110% and left blood sugar 3.0 to 3.3 mmol/L lower. Hot stones, heat packs and hot tubs work the same way. So does the muscle underneath Leg exercise after a leg injection raised absorption by 135% in the first ten minutes. What to do Don t inject into an area about to be worked on. Ask the therapist to skip recent injection sites and your pump site, and no heat there. Sources: Linde 1986 Koivisto 1980 Koivisto Felig 1978 FIT Canada 2020. All small studies on older insulins; for rapid-acting analogues and pump sites the effect is inferred from heat studies (Raz 2009, Landau 2014).">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Lows on the table Lying still, relaxed, eyes closed, face in a cradle: the early signs of a low are easy to miss or to mistake for relaxation. Before Check. If you re low or heading down, treat it and wait, or move the appointment. Eat as usual don t arrive on an empty stomach. Within reach Fast sugar on the table edge or in your hand, not in a bag across the room. Agree on one word that means stop, I need sugar . After Check again before you drive. Diab te Qu bec warns of unexpected drops; the FQM suggests checking before and after at least the first two or three sessions. If it happens Stop. Sit up slowly. 15 g of fast sugar, recheck in 15 minutes. Unconscious or seizing: 911, nothing by mouth. Sources: Diab te Qu bec, Spa, sauna et massoth rapie FQM, Masser une personne diab tique Diabetes Canada. No study has looked at lows during massage directly: this is precaution, not data.">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Your sensor and pump on the table Compression lows Pressure on a CGM sensor lying on it, or a hand on it can show a sudden low that isn t real. Confirm a surprising number with a finger prick before acting on it. Oils and lotions Dexcom and Abbott both warn against lotion near the sensor: the adhesive stops holding. The same logic applies to pump sites. Ask for a hand s width of clear, oil-free skin. Show where they are Point out your sensor and infusion set before you lie down. Draping, stretching and friction near them are how they get pulled off. Pumps Keep the pump where you can reach it. If you disconnect for the session, agree with your team how long is fine and reconnect before you leave. Sources: Mensh et al., J Diabetes Sci Technol 2013 Dexcom G7 user guide Abbott FreeStyle Libre 2 adhesion guide Medtronic Guardian 4 user guide. Oils on pump sets: our extension of the lotion warnings.">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When to move the appointment Ketones raised Blood ketones 0.6 or above, or high and unwell. That s your sick-day plan, not a massage. A severe low in the last 24 hours One that needed someone else s help. Your defences are blunted for the next one. Wounds or infection An open sore, ulcer, blister or infection in the area to be treated especially on the feet. Fever or acute illness Sick days come first. Book again when you re back to your usual numbers. Everything else newly diagnosed, pump or injections, existing complications is a reason to tell the therapist, not a reason to stay home. Sources: FQM 2018 Diab te Qu bec 2014. Postponing for ketones or a recent severe low is clinical common sense rather than a published massage rule.">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If your feet or hands have lost feeling Neuropathy removes the one safety signal massage relies on: you saying that s too much . So the therapist has to judge for you. Broad pressure On numb areas, ask for broad, full-hand pressure rather than deep point work or aggressive stretching. No heat on numb skin Hot stones, heat packs and hot towels can burn skin that can t feel them. Diabetes Canada already says to test bath water by hand. Look afterwards The same foot check you already do daily, done again after the session: redness, blisters, broken skin. A small signal of benefit Two weeks of Thai foot massage improved balance and sensation tests in 60 people with type 2 and neuropathy. Small, short, type 2 but encouraging. Sources: Embil et al., Diabetes Canada foot care chapter 2018 Chatchawan et al. 2015 FQM 2007.">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Stiff shoulders and hands: who to see Get a diagnosis first A shoulder that stiffens over weeks, a finger that catches, numb fingers at night: see your doctor or a physiotherapist, not only a massage therapist. What has the most support Joint mobilisation plus exercise, from a physiotherapist or trained therapist. Largest effect in diabetes trials low-quality evidence. Recovery tends to be slower with diabetes. Where massage fits Alongside, for muscle tension and comfort. Gentle range-of-motion work matters more than force. If you re offered a steroid injection It can raise blood sugar for a while afterwards. Plan the days that follow with your diabetes team. Sources: Alsubheen et al., Arch Phys Med Rehabil 2019 (8 trials) Tang Tan 2024 Larkin et al. 2014. See also the Medications section on steroids.">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Lumps, skin and getting up Lumps where insulin goes Rubbery lumps under the skin at injection or pump sites (lipohypertrophy) affect about a third of people with type 1. A therapist may notice them first. Insulin in those spots acts unpredictably tell your team. Skin Avoid any wound, sore, blister or infection. Moisturising dry feet is fine just not between the toes. Getting up Some people with long-standing type 1 get light-headed standing up. Sit on the edge of the table for a moment, then stand slowly. Eyes Recent eye surgery or advanced retinopathy? Ask your eye specialist about time spent face-down. Sources: Deng et al., J Diabetes Investig 2018 (26 studies) Diabetes Canada foot care chapter 2018 FQM 2007 intake questions.">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2" name="Image 0" descr="What to tell the therapist Before you lie down I have type 1 diabetes and use insulin a pump / injections. My sensor is here , my pump site is here . No oil, pressure or stretching on them. My last insulin was at ___, in my ___. Please skip that area, and no heat there. My glucose right now is ___ and it s steady / rising / falling. If I say sugar , stop I may be going low. Numb areas: ___. Broad pressure, no heat. Also: stiff joints, wounds, dizziness standing up. Bring Your meter or phone, and fast sugar within reach of the table. The printable card version of this slide is in the downloads. Hand it over at the first visit. Built from the FQM intake questions for clients with diabetes and the sensor makers instructions.">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pic>
        <p:nvPicPr>
          <p:cNvPr id="2" name="Image 0" descr="For massage therapists and orthotherapists Intake Pump or injections; last dose and where Glucose now, and its direction Lows in the last day Numb areas, wounds, dizziness standing up On the table A hand s width clear around devices no oil, no pressure Skip recent injection sites; no heat there Broad pressure on numb skin Their fast sugar within their reach Spot a low Sweating, trembling, sudden restlessness, confusion, unusual quiet. Stop. Sit them up slowly. Sugar first, questions after. Unconscious or seizing: 911. Nothing by mouth. Sources: FQM, Masser une personne diab tique Diab te Qu bec Dexcom G7 user guide Diabetes Canada.">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pic>
        <p:nvPicPr>
          <p:cNvPr id="2" name="Image 0" descr="Choosing a therapist in Qu bec Check membership The title isn t protected, so the association is the check. FQM, Mon R seau Plus and RITMA all publish member directories. Complaints go to the association. Insurance receipts Group plans usually require a member in good standing of an association your insurer recognises; some want a doctor s recommendation. Check your insurer s list before booking. Public coverage and taxes RAMQ doesn t cover massage or orthotherapy. In Qu bec they don t count for the federal medical expense credit, and generally not the provincial one. Physiotherapy does. One question to ask Have you worked with clients who use insulin, a pump or a sensor? A good answer sounds a lot like the previous slide. Sources: FQM Mon R seau Plus (RMPQ) RITMA Desjardins group insurance claims guide Canada Revenue Agency, authorized medical practitioners list (January 2026).">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pic>
        <p:nvPicPr>
          <p:cNvPr id="2" name="Image 0" descr="Book it, and where to get help Start simple A relaxation massage first, so you learn how your numbers respond. Write it down Glucose before and after, last dose and site. Two or three sessions show your pattern. Diabetes Canada 1-800-BANTING (1-800-226-8464) Info-Sant (Qu bec) 811 a nurse, 24/7, free Emergency 911 unconscious, seizing, or won t wake Most people with type 1 can book a massage like anyone else. Check before and after, keep sugar within reach, show the therapist your devices and let yourself enjoy it. Sources throughout: Diab te Qu bec FQM FIT Canada 2020 DCCT/EDIC Diabetes Canada device user guides. Full list on the Sources page.">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KRKT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Massage &amp; manual therapy · KRKT:T1DE</dc:title>
  <dc:subject>PptxGenJS Presentation</dc:subject>
  <dc:creator>KRKT Library</dc:creator>
  <cp:lastModifiedBy>KRKT Library</cp:lastModifiedBy>
  <cp:revision>1</cp:revision>
  <dcterms:created xsi:type="dcterms:W3CDTF">2026-10-03T17:02:59Z</dcterms:created>
  <dcterms:modified xsi:type="dcterms:W3CDTF">2026-10-03T17:02:59Z</dcterms:modified>
</cp:coreProperties>
</file>