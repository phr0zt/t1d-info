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Commencez par rassurer&amp;nbsp;: la plupart des personnes vivant avec le type&amp;nbsp;1 peuvent réserver un massage comme tout le monde. Cette présentation porte sur les quelques éléments qui diffèrent — surtout l'insuline, les capteurs et les pieds — pas sur des raisons de s'abstenir.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Québec, le kinésithérapeute est un thérapeute du mouvement non réglementé, pas l'équivalent du masseur-kinésithérapeute français, qui est réglementé. Les personnes qui ont vécu en France confondent souvent les deux.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problèmes sont fréquents, sous-reconnus et traitables&amp;nbsp;; beaucoup de gens croient qu'une épaule raide, c'est juste l'âge. Traitement intensif ou conventionnel dans l'essai d'origine&amp;nbsp;: 64&amp;nbsp;% contre 68&amp;nbsp;%, une différence non significative. Ce n'est pas un bulletin.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diapo existe parce que ce qui circule en ligne — baisse du cortisol, meilleure circulation, aide à gérer la glycémie — dépasse ce que montre la recherche. Dites-le simplement&amp;nbsp;: on y va parce que ça fait du bien et que ça aide à bouger, pas pour traiter le diabète.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 Canada&amp;nbsp;: masser le site juste avant ou après une injection n'est pas recommandé, parce que l'action de l'insuline devient imprévisible. La durée à respecter dépend de l'insuline&amp;nbsp;; votre équipe peut vous dire combien de temps la vôtre reste 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mot convenu compte. Bien des personnes vivant avec le type&amp;nbsp;1 n'oseront pas interrompre une séance qu'elles paient. Donnez-leur la permission d'avance.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«&amp;nbsp;Compression low&amp;nbsp;» est le terme courant chez les utilisateurs&amp;nbsp;; la littérature parle d'atténuation du signal par la pression. Tous les guides disent de vérifier au glucomètre quand la lecture ne correspond pas à ce que vous ressentez.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Certains conseils qui circulent en ligne exigent l'accord du médecin avant chaque rendez-vous. La FQM ne le demande qu'en cas de doute. Ne médicalisez pas un massage.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Dites au thérapeute où l'engourdissement commence et finit. Une carte est plus utile que le mot «&amp;nbsp;neuropathie&amp;nbsp;».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orthothérapeutes voient souvent ces problèmes en premier, parce qu'on consulte pour «&amp;nbsp;une épaule raide&amp;nbsp;». La phrase la plus utile d'un thérapeute&amp;nbsp;: «&amp;nbsp;En avez-vous parlé à votre équipe de soins en diabète&amp;nbsp;?&amp;nbsp;»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lipohypertrophie est une chose vraiment utile à repérer pour un thérapeute, et c'est une question de rotation des sites, pas un échec personnel.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Exercez-vous à le dire une fois à la maison. On saute souvent cette étape à la clinique parce que ça semble long à expliquer à un inconnu. La carte s'en 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alarme du capteur pendant la séance n'est pas une interruption dont il faut s'excuser. Laissez à la personne le temps de la lire.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ne recommandons ni clinique ni association en particulier. Le point&amp;nbsp;: au Québec, c'est le patient qui fait les vérifications qu'un ordre ferait ailleurs.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Terminez sur une permission. Le but est que la personne réserve le rendez-vous, pas qu'elle en ait peur.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OUR LES PATIENTS, LES FAMILLES ET LES THÉRAPEUTES QUI LES TRAITENT Massothérapie, orthothérapie et diabète de type 1 Ce que la thérapie manuelle peut et ne peut pas faire avec le type 1, les quelques choses qui changent sur la table, et quoi dire au thérapeute avant la première séance. De l'éducation, pas un avis médical. Le moment et le site d'injection se décident avec votre équipe de soins en diabè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Qui fait quoi au Québec Quatre titres qu'on voit sur les portes des cliniques. Un seul relève aujourd'hui d'un ordre professionnel. Massothérapeute Le massage thérapeutique. Non réglementé au Québec : aucun ordre professionnel, et le titre n'est pas protégé. Les normes viennent de l'association dont la personne est membre. Orthothérapeute Massothérapie et kinésithérapie pour les douleurs musculaires et la raideur articulaire — une spécialisation après la formation en massage, environ 1 000 à 1 300 heures au total selon l'école. Non réglementé non plus. Kinésiologue L'exercice comme traitement. Représenté par une fédération (FKQ). Québec a annoncé en juin 2026 l'intégration à un ordre ; ce n'est pas encore en vigueur. Physiothérapeute Réglementé par l'OPPQ, avec un répertoire public. Le premier choix pour une blessure, une capsulite ou tout ce qui demande un diagnostic. Sources : OQLF, Grand dictionnaire terminologique · Mon Réseau Plus · RITMA · Gouvernement du Québec, 16 juin 2026 · O">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ourquoi les personnes vivant avec le type 1 consultent 66 % des 1 217 adultes de l'étude DCCT/EDIC — en moyenne 31 ans de type 1 — avaient au moins un problème à la main ou à l'épaule. Ces personnes ont été diagnostiquées il y a des décennies ; on ne sait pas encore à quel point c'est fréquent avec les soins d'aujourd'hui. Capsulite (épaule gelée) — 31 % Une épaule douloureuse qui raidit peu à peu. Environ cinq fois plus probable avec le diabète. Syndrome du canal carpien — 30 % Doigts engourdis ou qui picotent, souvent la nuit. Doigt à ressaut — 28 % Un doigt qui accroche ou se bloque en pliant. Mains raides — 22 % Impossible de joindre les paumes à plat (le « signe de la prière »). Maladie de Dupuytren : 9 %. Sources : Larkin et coll., Diabetes Care 2014 (DCCT/EDIC) · Zreik et coll. 2016. Explication principale : le glucose qui rigidifie lentement le collagène (glycation) — des années d'exposition, pas un jugement sur les effort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Ce que le massage peut honnêtement promettre Assez bien appuyé Se sentir plus calme. Une méta-analyse de 37 essais : une séance réduit l'anxiété, la tension artérielle et la fréquence cardiaque. Pour la capsulite avec le diabète, la mobilisation articulaire jumelée à l'exercice a eu le plus grand effet dans 8 essais — mais les données sont de faible qualité. Contesté « Fait baisser les hormones de stress. » Une revue rapportait une baisse du cortisol d'environ un tiers ; une méta-analyse plus rigoureuse n'a trouvé aucun effet mesurable. Et le stress fait varier la glycémie différemment selon les personnes — à la hausse, à la baisse, ou pas du tout. Non démontré Traiter le diabète. De petites études ont vu la glycémie baisser après les séances, sans doute parce que le massage accélère l'absorption de l'insuline — une raison de vérifier, pas une thérapie. Prévenir les complications en « améliorant la circulation ». Aucune donnée solide. Sources : Moyer 2004 et 2011 · Field 2005 · Alsubh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L'insuline file plus vite sous une main qui travaille Frotter, chauffer ou faire travailler le muscle sous une injection récente fait passer l'insuline plus vite dans le sang. On le mesure depuis la fin des années 1970. ~6 absorption plus rapide de l'insuline quand le site d'injection a été massé 30 minutes — et la glycémie a baissé plus vite. 9 volontaires, ancienne insuline humaine (Linde 1986). La chaleur aussi Deux séances de sauna ont augmenté l'absorption de 110 % et abaissé la glycémie de 3,0 à 3,3 mmol/L. Pierres chaudes, compresses et spas agissent de la même façon. Le muscle en dessous aussi L'exercice des jambes après une injection dans la cuisse a augmenté l'absorption de 135 % dans les dix premières minutes. Quoi faire N'injectez pas dans une zone qui va être travaillée. Demandez d'éviter les sites d'injection récents et le site de la pompe, et pas de chaleur à ces endroits. Sources : Linde 1986 · Koivisto 1980 · Koivisto et Felig 1978 · FIT Canada 2020. Petites études av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L'hypo sur la table Immobile, détendu, les yeux fermés, le visage dans l'appui-tête : les premiers signes d'une hypo passent facilement inaperçus — ou ressemblent à de la détente. Avant Vérifiez. Si vous êtes bas ou en baisse, traitez et attendez, ou déplacez le rendez-vous. Mangez comme d'habitude — n'arrivez pas l'estomac vide. À portée de main Du sucre rapide au bord de la table ou dans la main, pas dans un sac à l'autre bout de la pièce. Convenez d'un mot qui veut dire « arrêtez, j'ai besoin de sucre ». Après Vérifiez de nouveau avant de conduire. Diabète Québec prévient des baisses inattendues ; la FQM suggère de vérifier avant et après au moins les deux ou trois premières séances. Si ça arrive On arrête. On s'assoit lentement. 15 g de sucre rapide, on revérifie après 15 minutes. Inconscient ou en convulsion : 911, rien par la bouche. Sources : Diabète Québec, « Spa, sauna et massothérapie » · FQM, « Masser une personne diabétique » · Diabète Canada. Aucune étude n'a examiné direc">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Votre capteur et votre pompe sur la table Fausses hypos par compression Une pression sur le capteur de glucose — couché dessus, ou une main dessus — peut afficher une baisse soudaine qui n'est pas réelle. Confirmez un chiffre surprenant au glucomètre avant d'agir. Huiles et lotions Dexcom et Abbott déconseillent toute lotion près du capteur : l'adhésif ne tient plus. Même logique pour le site de la pompe. Demandez une main de largeur de peau libre, sans huile. Montrez où ils sont Montrez votre capteur et votre cathéter avant de vous allonger. Les draps, les étirements et la friction sont ce qui les arrache. Pompes Gardez la pompe à portée de main. Si vous la débranchez pour la séance, convenez avec votre équipe de la durée acceptable — et rebranchez-la avant de partir. Sources : Mensh et coll., J Diabetes Sci Technol 2013 · Guide d'utilisation Dexcom G7 · Guide d'adhérence Abbott FreeStyle Libre 2 · Guide Medtronic Guardian 4. Huiles et cathéters : notre extension des mises en garde su">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Quand déplacer le rendez-vous Cétones élevées Cétones sanguines à 0,6 ou plus, ou glycémie haute avec malaise. C'est votre plan de jours de maladie, pas un massage. Hypo grave dans les dernières 24 heures Une hypo qui a demandé l'aide de quelqu'un. Vos défenses sont affaiblies pour la suivante. Plaie ou infection Plaie ouverte, ulcère, ampoule ou infection dans la zone à traiter — surtout aux pieds. Fièvre ou maladie aiguë Les jours de maladie passent en premier. Réservez de nouveau une fois revenu à vos valeurs habituelles. Tout le reste — diagnostic récent, pompe ou injections, complications existantes — est une raison d'en parler au thérapeute, pas de rester à la maison. Sources : FQM 2018 · Diabète Québec 2014. Reporter en cas de cétones ou d'hypo grave récente relève du bon sens clinique plutôt que d'une règle publié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Si vos pieds ou vos mains ont perdu de la sensibilité La neuropathie enlève le seul signal de sécurité sur lequel compte le massage : vous qui dites « c'est trop ». Le thérapeute doit donc juger à votre place. Pression large Sur les zones engourdies, demandez une pression large, à pleine main, plutôt qu'un travail profond en points ou des étirements énergiques. Pas de chaleur sur la peau engourdie Pierres chaudes, compresses et serviettes chaudes peuvent brûler une peau qui ne les sent pas. Diabète Canada conseille déjà de vérifier l'eau du bain avec la main. Regardez après L'examen des pieds que vous faites déjà chaque jour, refait après la séance : rougeurs, ampoules, peau abîmée. Un petit signal positif Deux semaines de massage thaï des pieds ont amélioré l'équilibre et la sensibilité chez 60 personnes avec le type 2 et une neuropathie. Petit, court, type 2 — mais encourageant. Sources : Embil et coll., chapitre de Diabète Canada sur les soins des pieds 2018 · Chatchawan et coll. 2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Épaules et mains raides : qui consulter D'abord un diagnostic Une épaule qui raidit sur des semaines, un doigt qui accroche, des doigts engourdis la nuit : voyez votre médecin ou un physiothérapeute, pas seulement un massothérapeute. Ce qui est le mieux appuyé La mobilisation articulaire jumelée à l'exercice, par un physiothérapeute ou un thérapeute formé. Le plus grand effet dans les essais — données de faible qualité. La récupération est souvent plus lente avec le diabète. La place du massage En complément, pour la tension musculaire et le confort. Un travail doux d'amplitude compte plus que la force. Si on vous propose une infiltration Une injection de cortisone peut faire monter la glycémie pendant un certain temps. Planifiez les jours suivants avec votre équipe. Sources : Alsubheen et coll., Arch Phys Med Rehabil 2019 (8 essais) · Tang et Tan 2024 · Larkin et coll. 2014. Voir aussi la section Médicaments sur les corticostéroïde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Bosses, peau et se relever Bosses aux sites d'insuline Des bosses caoutchouteuses sous la peau aux sites d'injection ou de pompe (lipohypertrophie) touchent environ le tiers des personnes avec le type 1. Le thérapeute les remarque parfois en premier. L'insuline y agit de façon imprévisible — parlez-en à votre équipe. Peau Évitez toute plaie, lésion, ampoule ou infection. Hydrater des pieds secs, c'est bien — mais pas entre les orteils. Se relever Certaines personnes qui vivent avec le type 1 depuis longtemps ont des étourdissements en se levant. Asseyez-vous un moment au bord de la table, puis levez-vous lentement. Yeux Chirurgie oculaire récente ou rétinopathie avancée ? Demandez à votre spécialiste des yeux combien de temps rester à plat ventre. Sources : Deng et coll., J Diabetes Investig 2018 (26 études) · Diabète Canada, soins des pieds 2018 · FQM 2007, questionnaire d'accueil.">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Quoi dire au thérapeute Avant de vous allonger J'ai le diabète de type 1 et je prends de l'insuline — pompe / injections. Mon capteur est ici , le site de ma pompe est ici . Pas d'huile, de pression ni d'étirement dessus. Ma dernière insuline : à ___, dans ___. Évitez cette zone, et pas de chaleur. Ma glycémie en ce moment : ___, stable / en hausse / en baisse. Si je dis « sucre », arrêtez — je fais peut-être une hypo. Zones engourdies : ___. Pression large, pas de chaleur. Aussi : articulations raides, plaies, étourdissements. Apportez Votre glucomètre ou votre téléphone, et du sucre rapide à portée de la table. La carte imprimable de cette diapo est dans les téléchargements. Remettez-la à la première visite. Inspiré du questionnaire d'accueil de la FQM pour la clientèle diabétique et des consignes des fabricants de capteur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our les massothérapeutes et orthothérapeutes Accueil Pompe ou injections ; dernière dose et site Glycémie actuelle et sa tendance Hypos dans la dernière journée Zones engourdies, plaies, étourdissements Sur la table Une main de largeur autour des appareils — sans huile ni pression Éviter les sites d'injection récents ; pas de chaleur Pression large sur la peau engourdie Son sucre rapide à sa portée Repérer une hypo Sueurs, tremblements, agitation soudaine, confusion, silence inhabituel. On arrête. On l'assoit lentement. Le sucre d'abord, les questions après. Inconscient ou en convulsion : 911. Rien par la bouche. Sources : FQM, « Masser une personne diabétique » · Diabète Québec · Guide Dexcom G7 · Diabète Canada.">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Choisir un thérapeute au Québec Vérifiez l'adhésion Le titre n'est pas protégé : c'est l'association qui fait foi. La FQM, Mon Réseau Plus et RITMA publient des répertoires de membres. Les plaintes vont à l'association. Reçus d'assurance Les assurances collectives exigent en général un membre en règle d'une association reconnue par votre assureur ; certaines veulent une recommandation médicale. Vérifiez la liste de votre assureur avant de réserver. RAMQ et impôts La RAMQ ne couvre ni la massothérapie ni l'orthothérapie. Au Québec, elles ne donnent pas droit au crédit fédéral pour frais médicaux, et en général pas au crédit provincial. La physiothérapie, oui. Une question à poser « Avez-vous déjà traité des clients qui ont une pompe, un capteur ou de l'insuline ? » Une bonne réponse ressemble beaucoup à la diapo précédente. Sources : FQM · Mon Réseau Plus (RMPQ) · RITMA · Guide de réclamation Desjardins Assurances · Agence du revenu du Canada, liste des praticiens autorisés (janvier 20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Réservez, et où trouver de l'aide Commencez simplement Un massage de détente d'abord, pour voir comment votre glycémie réagit. Notez-le Glycémie avant et après, dernière dose et site. Deux ou trois séances montrent votre tendance. Diabète Canada 1-800-BANTING (1-800-226-8464) Info-Santé 811 une infirmière, 24/7, gratuit Urgence 911 inconscient, convulsions, ne se réveille pas La plupart des personnes vivant avec le type 1 peuvent réserver un massage comme tout le monde. Vérifiez avant et après, gardez du sucre à portée de main, montrez vos appareils au thérapeute — et permettez-vous d'en profiter. Sources : Diabète Québec · FQM · FIT Canada 2020 · DCCT/EDIC · Diabète Canada · guides des fabricants. Liste complète à la page Source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KRKT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Massothérapie et orthothérapie · KRKT:T1DE</dc:title>
  <dc:subject>PptxGenJS Presentation</dc:subject>
  <dc:creator>KRKT Library</dc:creator>
  <cp:lastModifiedBy>KRKT Library</cp:lastModifiedBy>
  <cp:revision>1</cp:revision>
  <dcterms:created xsi:type="dcterms:W3CDTF">2026-10-03T17:03:02Z</dcterms:created>
  <dcterms:modified xsi:type="dcterms:W3CDTF">2026-10-03T17:03:02Z</dcterms:modified>
</cp:coreProperties>
</file>